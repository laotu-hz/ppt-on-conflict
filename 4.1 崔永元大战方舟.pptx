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9" r:id="rId5"/>
    <p:sldId id="263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2024/8/30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2024/8/30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2024/8/30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2024/8/30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2024/8/30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2024/8/30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2024/8/30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崔永元大战方舟子</a:t>
            </a:r>
            <a:br>
              <a:rPr lang="zh-CN" altLang="en-US" dirty="0" smtClean="0"/>
            </a:b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失败的冲突管理（竞争）</a:t>
            </a:r>
            <a:endParaRPr lang="en-US" altLang="zh-CN" dirty="0" smtClean="0"/>
          </a:p>
          <a:p>
            <a:r>
              <a:rPr lang="zh-CN" altLang="en-US" dirty="0" smtClean="0"/>
              <a:t>一个典型网络冲突案例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2015</a:t>
            </a:r>
            <a:r>
              <a:rPr lang="zh-CN" altLang="en-US" dirty="0" smtClean="0"/>
              <a:t>年</a:t>
            </a:r>
            <a:r>
              <a:rPr lang="en-US" altLang="zh-CN" dirty="0" smtClean="0"/>
              <a:t>6</a:t>
            </a:r>
            <a:r>
              <a:rPr lang="zh-CN" altLang="en-US" dirty="0" smtClean="0"/>
              <a:t>月</a:t>
            </a:r>
            <a:r>
              <a:rPr lang="en-US" altLang="zh-CN" dirty="0" smtClean="0"/>
              <a:t>25</a:t>
            </a:r>
            <a:r>
              <a:rPr lang="zh-CN" altLang="en-US" dirty="0" smtClean="0"/>
              <a:t>日，方舟子崔永元网上骂战互诉案宣判，持续将近两年的方崔大战暂时告一段落。两人因转基因食品开展的科学辩论，是如何一步一步升级为撕逼教科书经典案例的？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 descr="http://img1.cache.netease.com/cnews/2015/6/25/201506251636011226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575" y="-13768388"/>
            <a:ext cx="9144000" cy="286893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2015</a:t>
            </a:r>
            <a:r>
              <a:rPr lang="zh-CN" altLang="en-US" dirty="0" smtClean="0"/>
              <a:t>年法庭当庭宣判，崔永元的微博言论不构成侵权。法院认为，方是民（方舟子本名）、崔永元均为公众人物，享受了较多的公众关注及相关便利，对来自他人的负面评价也应负有一定的容忍义务。崔永元使用“骂战”等用语，虽然对方是民的社会评价有一定不利影响，但情节轻微，尚未达到侮辱、诽谤的严重程度，方是民作为公众人物应当适度容忍，故崔永元的上述微博用语未侵犯方是民的名誉权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85794"/>
            <a:ext cx="8229600" cy="5340369"/>
          </a:xfrm>
        </p:spPr>
        <p:txBody>
          <a:bodyPr/>
          <a:lstStyle/>
          <a:p>
            <a:r>
              <a:rPr lang="zh-CN" altLang="en-US" dirty="0" smtClean="0"/>
              <a:t>讨论：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、面对“转基因有害”这一具体事件认知冲突，双方究竟该如何处理？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、该冲突双方不断升级的原因（冲突管理与策略）分析。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3</a:t>
            </a:r>
            <a:r>
              <a:rPr lang="zh-CN" altLang="en-US" dirty="0" smtClean="0"/>
              <a:t>、从仲裁结果来看，作为公众人物，好像大家都没错，只是二个人的人设在大众面前大打折扣，你认为</a:t>
            </a:r>
            <a:r>
              <a:rPr lang="zh-CN" altLang="en-US" smtClean="0"/>
              <a:t>该</a:t>
            </a:r>
            <a:r>
              <a:rPr lang="zh-CN" altLang="en-US" smtClean="0"/>
              <a:t>冲突对双方有什么意义？对你有什么启示？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254</Words>
  <Application>Microsoft Office PowerPoint</Application>
  <PresentationFormat>全屏显示(4:3)</PresentationFormat>
  <Paragraphs>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宋体</vt:lpstr>
      <vt:lpstr>Arial</vt:lpstr>
      <vt:lpstr>Calibri</vt:lpstr>
      <vt:lpstr>Office 主题</vt:lpstr>
      <vt:lpstr>崔永元大战方舟子 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崔永元大战方舟子 </dc:title>
  <dc:creator>Administrator</dc:creator>
  <cp:lastModifiedBy>ASUS</cp:lastModifiedBy>
  <cp:revision>23</cp:revision>
  <dcterms:created xsi:type="dcterms:W3CDTF">2019-03-28T06:17:29Z</dcterms:created>
  <dcterms:modified xsi:type="dcterms:W3CDTF">2024-08-30T02:52:35Z</dcterms:modified>
</cp:coreProperties>
</file>